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86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728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625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PRESIGHT — DATA ENGINEERING ACADEMY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Production-Grade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Platform, End to End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CSV/JSON exports to a governed warehouse, a Spark + Kafka + Airflow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layer, and a containerised, documented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5806440"/>
            <a:ext cx="502920" cy="3657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7724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Zeeshan Siddiqui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·  SQL &amp; Visualization  ·  Big Data  ·  Infrastructure &amp; Governance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Pillars, One Coherent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9224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22960" y="2157984"/>
            <a:ext cx="548640" cy="54864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22960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 cleaning, star-schema design, SCD Type 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649224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822960" y="3255264"/>
            <a:ext cx="548640" cy="54864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82296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1729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&amp; Visualization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5387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queries, query optimisation, Power BI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649224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22960" y="4352544"/>
            <a:ext cx="548640" cy="54864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22960" y="4352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270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636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Kafka streaming, Airflow orchestration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6492240" cy="932688"/>
          </a:xfrm>
          <a:prstGeom prst="roundRect">
            <a:avLst>
              <a:gd name="adj" fmla="val 7843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822960" y="5449824"/>
            <a:ext cx="548640" cy="54864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5367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Governance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7332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data governance, quality framework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5236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228600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  <a:effectLst>
            <a:outerShdw blurRad="76200" dist="38100" dir="5400000" algn="bl" rotWithShape="0">
              <a:srgbClr val="0D1B3E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7589520" y="2423160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589520" y="2796235"/>
            <a:ext cx="38404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52360" y="324612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  <a:effectLst>
            <a:outerShdw blurRad="76200" dist="38100" dir="5400000" algn="bl" rotWithShape="0">
              <a:srgbClr val="0D1B3E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7589520" y="3383280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589520" y="3756355"/>
            <a:ext cx="38404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52360" y="420624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  <a:effectLst>
            <a:outerShdw blurRad="76200" dist="38100" dir="5400000" algn="bl" rotWithShape="0">
              <a:srgbClr val="0D1B3E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7589520" y="4343400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589520" y="4716475"/>
            <a:ext cx="38404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52360" y="5166360"/>
            <a:ext cx="4114800" cy="82296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  <a:effectLst>
            <a:outerShdw blurRad="76200" dist="38100" dir="5400000" algn="bl" rotWithShape="0">
              <a:srgbClr val="0D1B3E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7589520" y="5303520"/>
            <a:ext cx="38404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589520" y="5676595"/>
            <a:ext cx="38404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Events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Six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11580" y="2148840"/>
            <a:ext cx="822960" cy="8229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2115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94660" y="2148840"/>
            <a:ext cx="822960" cy="822960"/>
          </a:xfrm>
          <a:prstGeom prst="ellipse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29946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316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2316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/ 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77640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77740" y="2148840"/>
            <a:ext cx="822960" cy="8229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7777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20624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60720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60820" y="2148840"/>
            <a:ext cx="822960" cy="822960"/>
          </a:xfrm>
          <a:prstGeom prst="ellipse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5608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8932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343900" y="2148840"/>
            <a:ext cx="822960" cy="82296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83439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26880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126980" y="2148840"/>
            <a:ext cx="822960" cy="822960"/>
          </a:xfrm>
          <a:prstGeom prst="ellipse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101269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5548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55480" y="3429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3977640"/>
            <a:ext cx="108813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640080" y="42519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35040" y="425196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72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1463040" cy="45720"/>
          </a:xfrm>
          <a:prstGeom prst="rect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Pandas · Data Modelling · SCD Type 2 · Data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500 projects &amp; 1,000 employees; design the warehouse schema.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don't reveal themselves in the first 40 rows — full-table profiling required.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00100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100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with genuine change-history tracking on employees.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Data, and a Warehouse With Real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89220" cy="420624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1,000 Employees Profiled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6405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missing emails, 8 corrupted hire dates, 5 negative-experience values, 3 salary/level mismatches — found via full-table Pandas profiling, not spot checks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counts affected rows before fixing anything; a quality_summary dict ships alongside the cleaned CSV — auditable, not silent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57900" y="2011680"/>
            <a:ext cx="5189220" cy="420624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28650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2865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26580" y="2240280"/>
            <a:ext cx="4183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— dim_employee as True SCD Type 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32220" y="2926080"/>
            <a:ext cx="46405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2,231 rows: 1,000 current + 1,231 historical versions — ties out exactly to the source salary-history file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72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1463040" cy="45720"/>
          </a:xfrm>
          <a:prstGeom prst="rect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&amp; Data Visualization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· Query Optimisation · Power BI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business questions, a 50K-row ETL, and an optimisation exercise.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legitimately return zero rows — and one query fix uncovers a real identity bug.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00100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100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DAX-driven Power BI dashboard built on live measures, not static exports.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· SQL &amp; 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Answers, a Fast Pipeline, a Live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Queries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 answered, including 2 that legitimately return zero rows — verified against the full distribution first, not assumed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real identity bug while writing Q2: two employees both named “Hassan Hamdan” — fixed by grouping on employee_id, not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0.44s for the full 50,000-row ETL (target: under 30s)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 re-verified on real PostgreSQL: 8.122ms → 4.659ms (1.74x) — confirmed Bitmap Index Scan replacing Seq Scan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09244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092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3816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visuals — KPIs, dept. spend, monthly trend, top-10 variance, vendor donut, 3 slicers — built on live DAX, not static exports.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72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1463040" cy="45720"/>
          </a:xfrm>
          <a:prstGeom prst="rect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Processing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· Apache Kafka · Apache Airflow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100K events, stream them live, and orchestrate the whole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and Airflow both needed Docker — access arrived mid-assessment.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00100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100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verified runs on both: native Kafka first, then Docker Kafka and a live-triggered Airflow DAG.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· BIG DATA 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Spark, Kafka, and Airflow — All Verified for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99,996 events → 5 aggregated Parquet tables, explicit schema, partitioned exactly per spec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escalation_log correctly pairs raised/resolved events even across multiple cycles per project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8,333 messages produced = consumed, 14 critical escalations forwarded, 552.8 msgs/s throughput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twice: native KRaft first, then re-verified for real against Docker Kafka once access came through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09244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092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3816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DQ-gated DAG: 3 extract tasks → gate → transform → load → report, deployed on Docker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Live-triggered run proved the gate for real — a 42.8%-complete field correctly blocked every downstream task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72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1463040" cy="45720"/>
          </a:xfrm>
          <a:prstGeom prst="rect">
            <a:avLst/>
          </a:prstGeom>
          <a:solidFill>
            <a:srgbClr val="2BB3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Governance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Data Governance · Quality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pipeline, document governance, build a reusable DQ framework.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PDPL and GDPR both apply — and salary history needs its own retention rule.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47091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7285C"/>
          </a:solidFill>
          <a:ln w="12700">
            <a:solidFill>
              <a:srgbClr val="2435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00100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1000" y="5212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config-driven framework with real, non-uniform pass/fail results.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 · INFRASTRUCTURE &amp; 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Containerised, Governed, and Continuously Checked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— builder installs deps with --user, only site-packages copied into the slim final image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DATA_DIR / OUTPUT_DIR read from env vars with sane defaults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Doc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across 4 datasets classified: Public / Internal / Confidential / PII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PII column tagged with GDPR and/or UAE PDPL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history: 10-year post-termination retention — longer than the 7-year base employee record, justified by WPS/gratuity-dispute exposure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092440" y="2240280"/>
            <a:ext cx="502920" cy="502920"/>
          </a:xfrm>
          <a:prstGeom prst="ellipse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092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 Framework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38160" y="29260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checks per dataset: 6 required + 3 bonus (distribution, freshness, outlier)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live in a config dict, not hardcoded in the </a:t>
            </a:r>
            <a:r>
              <a:rPr lang="en-US" sz="110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functions.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of 14 Tasks Verified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0D1B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FULLY VERIFIED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— including the three that needed Docker (Task 2.3's Postgres benchmark, Task 3.3's Airflow deployment, Task 4.1's container build) — has real, captured output behind it. Nothing left as written-but-untested.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011680"/>
          <a:ext cx="6492240" cy="4160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Foundations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tested, all validation queries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SQL &amp; Visualization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on live DAX; Postgres benchmark re-verified (1.74x, real Bitmap Index Scan)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Big Data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&amp; Kafka run twice (native + Docker); Airflow deployed and live-triggered on Docker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Infrastructure &amp;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build/run timed at ~3s, well under the 30s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728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7724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including the ones about what didn't work the first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502920" cy="3657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Zeeshan Siddiqui  ·  Presight Data Engineering Assessment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1080</Words>
  <Application>Microsoft Office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Zeeshan Siddiqui</cp:lastModifiedBy>
  <cp:revision>3</cp:revision>
  <dcterms:created xsi:type="dcterms:W3CDTF">2026-09-09T08:21:58Z</dcterms:created>
  <dcterms:modified xsi:type="dcterms:W3CDTF">2026-09-10T11:55:37Z</dcterms:modified>
</cp:coreProperties>
</file>